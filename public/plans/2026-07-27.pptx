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July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4 — Shooting &amp; Finishing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7935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7935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15x10 yd, line of tall cones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Knock Down the Cones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A line of stand-up cones between two teams. Players blast their balls to knock down more cones than the other team. Fun, loud, and a hundred shooting reps before anyone realizes they're practicing.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Laces, not toes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Look at your target before you kick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swing, big follow-through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15x10 yd, line of tall cones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3236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323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Shoot on the BIG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This is the week we've been waiting for — real full-size goals! Players line up 10 yards out and take shots one at a time. Coach fixes technique gently: plant foot beside the ball, laces through the middle. The big net makes every kid feel like a pro.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 points at the goal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Strike with the laces, ankle locked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Watch the ball, not the goal, at contact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to a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2634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2634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Two 15 yd lanes to the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Dribble &amp; Shoot 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lines race: dribble through two cones, then shoot on the big goal. First team to 10 goals wins. Combines dribbling from last week with this week's shooting — lots of reps, lots of 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Control first, then shoot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Last touch sets up the shot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Celebrate every goal like the World Cup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Two 15 yd lanes to the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5v5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5v5 where every kid is encouraged to shoot the moment they see the big goal. Coach guarantees at least two shots per player. Missed shots get a "great try, shoot again!"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Shoot when you see the goal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Follow your shot for the rebound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High-five every scorer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18 yd arc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Hot Potato Shooting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pass around the arc. When the coach yells "SHOOT!", whoever has the ball takes a touch inside and finishes on the full-size goal with a keeper. Instant decisions, real goal, real keeper.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Always ready — the call can come anytime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touch toward goal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Shoot early — no extra touches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18 yd arc to a proper goal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2634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2634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 yd channel to goal, with keeper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Finishing Clinic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Three finishes on the full-size goal: low far-post placement, driven laces strike, and first-time finish off a coach's pass. Both feet. Full-size goals reward corners — the keeper can't reach everything anymore, so we aim for the frame's edges.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Placement beats power — low and to the corner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Lock the ankle on the driven strike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your finish before the ball arrives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 yd channel to goal, with keeper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4201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4201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25x18 yd attacking zone,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2v1 + Keeper to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attackers vs one defender plus a goalkeeper on the big goal. Combine to create a clean strike. The real decision: draw the defender and slip your partner in, or shoot yourself? Defender wins by clearing past halfway.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Defender commits → pass; defender waits → shoot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Finish across the keeper to the far post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One-touch finishes when the pass is good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76288" y="453999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458388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38" name="Oval 37"/>
          <p:cNvSpPr/>
          <p:nvPr/>
        </p:nvSpPr>
        <p:spPr>
          <a:xfrm>
            <a:off x="7461504" y="38999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39438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40" name="Oval 39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2" name="Oval 41"/>
          <p:cNvSpPr/>
          <p:nvPr/>
        </p:nvSpPr>
        <p:spPr>
          <a:xfrm>
            <a:off x="7109460" y="460857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52209" y="465132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7159752.0" y="4137660.0"/>
            <a:ext cx="402336.0" cy="50292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68312.0" y="4594860.0"/>
            <a:ext cx="2587752.0" cy="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99248.0" y="4091940.0"/>
            <a:ext cx="3730752.0" cy="1828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25x18 yd attacking zone, proper goal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0" name="Oval 49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2" name="Oval 51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4" name="Oval 53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56" name="Oval 55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7v7 Big-Field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7v7 with keepers on both proper goals. Coach challenge: shots from outside the "box" cones count double. The full field plus real goals means real shooting angles — let it fly.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Shoot on sight in the attacking third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Crash the box for rebounds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Keepers: talk to your defense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