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April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1 — Ball Control &amp; Dribbling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·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Red Light, Green Light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Every player gets a ball. "Green light" — dribble forward. "Red light" — freeze with a foot on top of the ball. Listening, control, confidence right from the start.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Soft touches with the inside of the foot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Stopping the ball — foot on top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Following directions, quick reactions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Oval 29"/>
          <p:cNvSpPr/>
          <p:nvPr/>
        </p:nvSpPr>
        <p:spPr>
          <a:xfrm>
            <a:off x="7010704" y="361188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53453" y="365462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5590" y="444627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95590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7947050" y="451485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89799" y="455759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Oval 37"/>
          <p:cNvSpPr/>
          <p:nvPr/>
        </p:nvSpPr>
        <p:spPr>
          <a:xfrm>
            <a:off x="9176004" y="37924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18753" y="38352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10170871" y="469544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13620" y="473819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Oval 45"/>
          <p:cNvSpPr/>
          <p:nvPr/>
        </p:nvSpPr>
        <p:spPr>
          <a:xfrm>
            <a:off x="10931652" y="397306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4401" y="401581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7595920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8669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34924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39313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Oval 53"/>
          <p:cNvSpPr/>
          <p:nvPr/>
        </p:nvSpPr>
        <p:spPr>
          <a:xfrm>
            <a:off x="9468612" y="541782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11361" y="546056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39328" y="325434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8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Oval 57"/>
          <p:cNvSpPr/>
          <p:nvPr/>
        </p:nvSpPr>
        <p:spPr>
          <a:xfrm>
            <a:off x="8590788" y="332292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33537" y="336567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79357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793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straight line, 6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Friendly Foot — Cone Path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Simple cone path. Each player takes turns dribbling slowly through with small touches. Coach cheers every touch. Get comfortable with the ball at your feet.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Keep the ball close — small touches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both feet, even just a little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Look up, then look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22008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6922008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55536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24267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624267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7795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6526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8326526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0054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8785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028785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2313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1044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9731044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4572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33304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0433304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66832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8" name="Oval 47"/>
          <p:cNvSpPr/>
          <p:nvPr/>
        </p:nvSpPr>
        <p:spPr>
          <a:xfrm>
            <a:off x="652424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699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620256.0" y="4368546.0"/>
            <a:ext cx="475488.0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.0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98003.2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0262.4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02521.6" y="4368546.0"/>
            <a:ext cx="702259.2000000011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4780.8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607040.0" y="4411980.0"/>
            <a:ext cx="629107.1999999993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straight line, 6 cones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0" name="Oval 5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2" name="Oval 6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4" name="Oval 6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6" name="Oval 6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71526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7152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Toe Taps &amp; Bell Touches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Standing still, players tap the top of the ball with alternating feet. Then tap the ball side-to-side between feet ("bells"). Builds feel for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Light, controlled touches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Coordination — both feet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Rhythm and balance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Tiny-sided game on a small field. No goalies. Coach makes sure every kid gets at least one shot on goal. Cheering, celebrating, lots of giggles.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toward the ball, not away from 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a swing — shooting is fun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·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Sharks &amp; Minnows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Everyone gets a ball except 1–2 sharks. Sharks try to kick everyone else's ball out. Last minnow standing wins. Dribbling under pressure from the first whistle.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Shield and protect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direction at speed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Head up, scan for pressure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10x15 yd channel, 8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Close-Control Dribbling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Slalom through cones using inside, outside, and sole of the foot. Three speeds: slow technique → game speed → competition (timed). Build close control under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Inside, outside, sole — all surfaces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feet, small steps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Acceleration out of the last cone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22008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6922008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55536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24267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624267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7795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6526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8326526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0054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8785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028785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2313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1044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9731044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4572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33304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0433304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66832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8" name="Oval 47"/>
          <p:cNvSpPr/>
          <p:nvPr/>
        </p:nvSpPr>
        <p:spPr>
          <a:xfrm>
            <a:off x="652424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699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620256.0" y="4368546.0"/>
            <a:ext cx="475488.0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.0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98003.2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0262.4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02521.6" y="4368546.0"/>
            <a:ext cx="702259.2000000011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4780.8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607040.0" y="4411980.0"/>
            <a:ext cx="629107.1999999993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10x15 yd channel, 8 cones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0" name="Oval 5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2" name="Oval 6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4" name="Oval 6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6" name="Oval 6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10x8 yd boxes, pairs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1v1 to the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players, one ball. Attacker tries to dribble across the defender's endline. Defender tries to win it. Rotate after each rep. Real 1v1 reps build 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of direction to beat pressure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the body to shield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— win the duel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7226503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9252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276795.2" y="3617366.4000000004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76795.2" y="4457700.0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10x8 yd boxes, pairs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39" name="Oval 3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3" name="Oval 4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5" name="Oval 4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 with real goals and goalies. Apply everything from the session in live play. Coach freezes the action a few times to celebrate good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players on with the dribble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Read the game — when to dribble, when to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hard, support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