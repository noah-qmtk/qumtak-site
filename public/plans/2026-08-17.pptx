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August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7 — Full-Field Game Day &amp; Season Finale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Kids' Choice Warm-Up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The kids vote: Red Light Green Light, Sharks &amp; Minnows, or Body Part Dribble. Their favorite from the summer, one last time. Big energy, big smiles, one more round of touches.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Lots of touches on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Play YOUR favorite way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Bring the energy for game 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7935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7935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Personal space + 10 yd lanes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Summer Skills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 player shows off one skill from the summer — bells, a superhero move, bounce juggling, a big shot. Coach announces each kid like a stadium announcer. Confidence is the last lesson of the season.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your best skill and own it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It's okay to show off today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loud for every performer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Personal space + 10 yd lanes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8 yd spot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Penalty Shootout on the Big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 player takes penalties on the full-size goal with the coach in net (dramatic dives included). Everyone scores at least once — the coach's hands are mysteriously slow today. Photos and celebrations encouraged.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your corner before you run up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foot, laces through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Your best World Cup celebration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8 yd spot to a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Season Finale — 5v5 Championship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The last game of the summer on the full field with the proper goals. Everything we built — first touch, passing, superhero moves, big shots — in one joyful game. Coach celebrates every kid by name before the final whistle.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everything you learned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Every kid scores today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End the summer smiling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World Cup Knockout + Juggling 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Two-part opener: beat your Week 6 juggling record, then 1v1 World Cup knockout — winner stays, tournament bracket to a champion. The summer's competitive edge, one last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Beat your own juggling PR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your go-to move in the duels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like it's a final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Full field walk-through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Positions &amp; Shape on the Full 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Quick chalk talk: where the defenders, midfielders, and strikers live on a full field, and how the shape stretches and squeezes with the ball. Players walk the shape, then jog it while the coach moves the ball. Everyone tries a position they haven't played.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Where do I go WITHOUT the ball?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Stretch wide with the ball, squeeze without it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Talk — every position communicates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7C5DF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GK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36270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4065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7578547" y="516864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8547" y="521253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8280806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806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3" name="Oval 52"/>
          <p:cNvSpPr/>
          <p:nvPr/>
        </p:nvSpPr>
        <p:spPr>
          <a:xfrm>
            <a:off x="8280806" y="4807458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806" y="485135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5" name="Oval 54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7" name="Oval 56"/>
          <p:cNvSpPr/>
          <p:nvPr/>
        </p:nvSpPr>
        <p:spPr>
          <a:xfrm>
            <a:off x="834938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9213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Full field walk-through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2" name="Oval 6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4" name="Oval 6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6" name="Oval 6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8" name="Oval 6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3236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323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18 yd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Crossbar Challenge &amp; Team Penalties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finale classics on the big goal: crossbar challenge (hit the bar from 18 yards) and a team penalty shootout with full walk-ups and keepers. Technique from Week 4 under the best kind of pressure — teammates watching.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Clean laces strike for the crossbar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Penalties: pick a side and commit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Handle the pressure — breathe, then strike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18 yd to a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7935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7935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Full field,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Season Finale — Full-Field 7v7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The finale: 7v7 with keepers, real positions from Lesson 1, on the biggest field we've had all summer. Coach referees and celebrates the season's growth in every sequence — first touches, combos, take-ons, finishes. End-of-summer awards after the whistle.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Play your position, apply the whole summer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hard, play with joy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Celebrate your teammates — you built this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Full field,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