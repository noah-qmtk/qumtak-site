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June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6 — Combination 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Sanborn Elementary School Lower Field,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5:50–6:50 PM (Mon &amp; Fri)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Pre-K &amp; Kindergarten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3–5  · 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0887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0887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Circle, 8 yd radius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Pass the Coach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Players in a circle, coach in the middle. Pass to coach, coach passes back. Coach calls out names — "good job Sammy!" Tons of touches.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Inside-of-the-foot pass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Watch the ball into your foot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Eye contact with coach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31936" y="306171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31056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78240.0" y="3299460.0"/>
            <a:ext cx="0.0" cy="94792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573229" y="351501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229" y="355891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906923.207362378" y="3718335.125636122"/>
            <a:ext cx="741119.9535129555" cy="591023.440896345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805710" y="453358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5710" y="457747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8938705.334921831" y="4448605.1655617375"/>
            <a:ext cx="924161.465938691" cy="210933.8238833407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154314" y="535040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4314" y="53942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8849653.792388838" y="4560272.267905795"/>
            <a:ext cx="411290.5450542271" cy="854053.6170130046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109557" y="535040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9557" y="53942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8295535.662556934" y="4560272.267905795"/>
            <a:ext cx="411290.54505422805" cy="854053.6170130046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458161" y="453358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8161" y="457747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693613.199139478" y="4448605.1655617375"/>
            <a:ext cx="924161.465938691" cy="210933.8238833416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690642" y="351501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0642" y="355891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08436.839124667" y="3718335.125636122"/>
            <a:ext cx="741119.9535129545" cy="591023.4408963453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577072" y="4210812"/>
            <a:ext cx="402336" cy="402336"/>
          </a:xfrm>
          <a:prstGeom prst="ellipse">
            <a:avLst/>
          </a:prstGeom>
          <a:solidFill>
            <a:srgbClr val="22A24D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4271163"/>
            <a:ext cx="402336" cy="281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1" name="Oval 50"/>
          <p:cNvSpPr/>
          <p:nvPr/>
        </p:nvSpPr>
        <p:spPr>
          <a:xfrm>
            <a:off x="8974836" y="437997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17585" y="442272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Circle, 8 yd radius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1670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1670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Pairs, 8 yd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Pass &amp;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Partner A passes to partner B, then immediately runs to a new spot. Partner B passes it back to the new spot. Build the habit of moving after passing.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Pass and go — don't stand still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Find your partner with your eyes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Stay light on your feet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Pairs, 8 yd channels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25–35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19320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19320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Cone gates,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Pass Through the 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Multiple cone gates scattered. Pairs pass through as many as they can in a minute. Counting goals together = teamwork.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Pick a target — aim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Move to a new gate together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partner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569" y="3679728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8443569" y="3496665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77097" y="3572103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569" y="4008912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8443569" y="3825849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77097" y="3901287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59244" y="3615537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592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10504627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04627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8" name="Oval 37"/>
          <p:cNvSpPr/>
          <p:nvPr/>
        </p:nvSpPr>
        <p:spPr>
          <a:xfrm>
            <a:off x="7010704" y="368411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53453" y="372686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070140.8" y="3725265.6"/>
            <a:ext cx="3416198.3999999994" cy="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070140.8" y="3807561.6"/>
            <a:ext cx="3416198.3999999994" cy="0.0"/>
          </a:xfrm>
          <a:prstGeom prst="line">
            <a:avLst/>
          </a:prstGeom>
          <a:ln w="25400">
            <a:solidFill>
              <a:srgbClr val="4ADE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443569" y="5124480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8443569" y="4941417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7097" y="5016855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43569" y="5453664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443569" y="5270601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77097" y="5346039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9244" y="506028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59244" y="510418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0" name="Oval 49"/>
          <p:cNvSpPr/>
          <p:nvPr/>
        </p:nvSpPr>
        <p:spPr>
          <a:xfrm>
            <a:off x="10504627" y="5060289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04627" y="510418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2" name="Oval 51"/>
          <p:cNvSpPr/>
          <p:nvPr/>
        </p:nvSpPr>
        <p:spPr>
          <a:xfrm>
            <a:off x="7010704" y="512886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53453" y="5171618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070140.8" y="5170017.6"/>
            <a:ext cx="3416198.3999999994" cy="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070140.8" y="5252313.6"/>
            <a:ext cx="3416198.3999999994" cy="0.0"/>
          </a:xfrm>
          <a:prstGeom prst="line">
            <a:avLst/>
          </a:prstGeom>
          <a:ln w="25400">
            <a:solidFill>
              <a:srgbClr val="4ADE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Cone gates, pairs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9" name="Oval 58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1" name="Oval 60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3" name="Oval 62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5" name="Oval 64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35–45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5586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5586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Everyone Scores Mini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Small-sided. Coach calls out great passes — "that was a great pass!" Reinforces the habit gently in live 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Try one pass per attack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Run to support a teammate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Have fun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527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527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527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91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91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671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91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44460" y="3615537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4460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7695590" y="455462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5590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0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9919411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9411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9568281" y="455462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8281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9217152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Oval 4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54" name="Oval 53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6" name="Oval 55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8" name="Oval 57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0" name="Oval 59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6–11  ·  60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3-Team Possession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Three teams of 3. Two teams combine to keep the ball from the third. Loser rotates in. Fast, fun, lots of passing reps.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Move after you pass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Quick decisions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Find the open teammate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47106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1495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Oval 29"/>
          <p:cNvSpPr/>
          <p:nvPr/>
        </p:nvSpPr>
        <p:spPr>
          <a:xfrm>
            <a:off x="7028992" y="35853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1741" y="362811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8547" y="444627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8547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7848295" y="456057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1044" y="460331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8" name="Oval 37"/>
          <p:cNvSpPr/>
          <p:nvPr/>
        </p:nvSpPr>
        <p:spPr>
          <a:xfrm>
            <a:off x="9194292" y="3729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7041" y="377258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2" name="Oval 41"/>
          <p:cNvSpPr/>
          <p:nvPr/>
        </p:nvSpPr>
        <p:spPr>
          <a:xfrm>
            <a:off x="10189159" y="47411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31908" y="478391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Oval 45"/>
          <p:cNvSpPr/>
          <p:nvPr/>
        </p:nvSpPr>
        <p:spPr>
          <a:xfrm>
            <a:off x="10949940" y="40187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92689" y="406153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0" name="Oval 49"/>
          <p:cNvSpPr/>
          <p:nvPr/>
        </p:nvSpPr>
        <p:spPr>
          <a:xfrm>
            <a:off x="7614208" y="539130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56957" y="543405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42147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46536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Oval 53"/>
          <p:cNvSpPr/>
          <p:nvPr/>
        </p:nvSpPr>
        <p:spPr>
          <a:xfrm>
            <a:off x="9486900" y="553577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29649" y="557852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1040" y="417515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22452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8622792.0" y="4202582.4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784080" y="478917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83854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0085832.0" y="4816602.0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245359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2453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Pairs, 12 yd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Give-and-Go (Wall Pass)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 A passes to player B, runs past defender, B plays it back into A's path. The classic 1-2. Walk through, then add a defender.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Sharp pass to feet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Run past the defender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First-time return 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76288" y="458571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6296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8924544" y="389991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4544" y="39438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8339328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7109460" y="465429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52209" y="469704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7159752.0" y="4119372.0"/>
            <a:ext cx="1819656.0" cy="56692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14032.0" y="4549140.0"/>
            <a:ext cx="3211372.8000000007" cy="228600.0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070848.0" y="4183380.0"/>
            <a:ext cx="1300276.8000000007" cy="320040.0"/>
          </a:xfrm>
          <a:prstGeom prst="line">
            <a:avLst/>
          </a:prstGeom>
          <a:ln w="25400">
            <a:solidFill>
              <a:srgbClr val="4ADE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Pairs, 12 yd channels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42" name="Oval 41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4" name="Oval 43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6" name="Oval 45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8" name="Oval 47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30–45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4019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4019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25x15 yd attacking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Combination to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2v1 attacking a real goal. Use the give-and-go to break the defender and finish. Real game-speed reps.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the wall pass to break pressure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Finish at the end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Communicate with your partner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76288" y="458571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6296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8924544" y="389991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4544" y="39438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8339328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7109460" y="465429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52209" y="469704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7159752.0" y="4119372.0"/>
            <a:ext cx="1819656.0" cy="56692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14032.0" y="4549140.0"/>
            <a:ext cx="3211372.8000000007" cy="228600.0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070848.0" y="4183380.0"/>
            <a:ext cx="1300276.8000000007" cy="320040.0"/>
          </a:xfrm>
          <a:prstGeom prst="line">
            <a:avLst/>
          </a:prstGeom>
          <a:ln w="25400">
            <a:solidFill>
              <a:srgbClr val="4ADE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25x15 yd attacking zone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42" name="Oval 41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4" name="Oval 43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6" name="Oval 45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8" name="Oval 47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45–60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4803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Small-Sided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4v4 or 5v5. Coach challenge: at least one give-and-go combination per goal scored. Builds it into game habit.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Link up with teammates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Move into space after passing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and have fun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