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June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6 — Combination 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·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the Coach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in a circle, coach in the middle. Pass to coach, coach passes back. Coach calls out names — "good job Sammy!" Tons of touches.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Inside-of-the-foot pass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Watch the ball into your foot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Eye contact with coach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31936" y="30617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1936" y="31056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78240.0" y="3299460.0"/>
            <a:ext cx="0.0" cy="94792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573229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229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8906923.207362378" y="3718335.125636122"/>
            <a:ext cx="741119.953512955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805710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05710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8938705.334921831" y="4448605.1655617375"/>
            <a:ext cx="924161.465938691" cy="210933.8238833407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154314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4314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849653.792388838" y="4560272.267905795"/>
            <a:ext cx="411290.5450542271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109557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9557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8295535.662556934" y="4560272.267905795"/>
            <a:ext cx="411290.54505422805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458161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8161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693613.199139478" y="4448605.1655617375"/>
            <a:ext cx="924161.465938691" cy="210933.8238833416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690642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90642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8436.839124667" y="3718335.125636122"/>
            <a:ext cx="741119.953512954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1" name="Oval 50"/>
          <p:cNvSpPr/>
          <p:nvPr/>
        </p:nvSpPr>
        <p:spPr>
          <a:xfrm>
            <a:off x="8974836" y="437997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017585" y="442272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8 yd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&amp;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 A passes to partner B, then immediately runs to a new spot. Partner B passes it back to the new spot. Build the habit of moving after passing.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and go — don't stand still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Find your partner with your eyes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Stay light on your feet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8 yd channels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19320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19320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Cone gates, pairs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Through the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Multiple cone gates scattered. Pairs pass through as many as they can in a minute. Counting goals together = teamwork.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Pick a target — aim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Move to a new gate together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partner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Cone gates, pairs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Small-sided. Coach calls out great passes — "that was a great pass!" Reinforces the habit gently in live play.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Try one pass per attack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to support a teammate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·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3-Team Possession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Three teams of 3. Two teams combine to keep the ball from the third. Loser rotates in. Fast, fun, lots of passing reps.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Move after you pass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decisions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Find the open teammate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245359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2453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12 yd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Give-and-Go (Wall Pass)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 A passes to player B, runs past defender, B plays it back into A's path. The classic 1-2. Walk through, then add a defender.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Sharp pass to feet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past the defender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First-time return pass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76288" y="45857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6296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8924544" y="389991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24544" y="39438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8339328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932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7109460" y="465429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52209" y="469704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159752.0" y="4119372.0"/>
            <a:ext cx="1819656.0" cy="56692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114032.0" y="4549140.0"/>
            <a:ext cx="3211372.8000000007" cy="228600.0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70848.0" y="4183380.0"/>
            <a:ext cx="1300276.8000000007" cy="32004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12 yd channels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42" name="Oval 4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4" name="Oval 4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6" name="Oval 4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8" name="Oval 4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4019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4019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25x15 yd attacking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Combination to Goal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2v1 attacking a real goal. Use the give-and-go to break the defender and finish. Real game-speed reps.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the wall pass to break pressure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Finish at the end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Communicate with your partner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76288" y="45857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6296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8924544" y="389991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24544" y="39438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8339328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932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7109460" y="465429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52209" y="469704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159752.0" y="4119372.0"/>
            <a:ext cx="1819656.0" cy="56692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114032.0" y="4549140.0"/>
            <a:ext cx="3211372.8000000007" cy="228600.0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70848.0" y="4183380.0"/>
            <a:ext cx="1300276.8000000007" cy="32004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25x15 yd attacking zone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42" name="Oval 4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4" name="Oval 4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6" name="Oval 4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8" name="Oval 4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challenge: at least one give-and-go combination per goal scored. Builds it into game habit.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Link up with teammates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Move into space after passing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and 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