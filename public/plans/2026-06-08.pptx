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June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7 — Game Application &amp; Celebration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Sanborn Elementary School Lower Field,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5:50–6:50 PM (Mon &amp; Fri)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Pre-K &amp; Kindergarten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3–5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15x15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Coach's Choice Warm-Up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Kids vote between Red Light Green Light, Follow the Coach, or Pass the Coach. Their favorite from the season. Big energy, big smiles.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Touches on the ball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Smiles and laughs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Be ready to learn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15x15 yd grid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71526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7152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Skills Showcase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Kids show what they've learned: toe taps, stops, passes. Coach calls out names and gives every kid a "superstar move" to perform. Confidence builder.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Try your favorite skill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Show off — it's okay!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each other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25–35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0887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0887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 yd to small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Pass &amp; Shoot Combo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Pass to coach, coach passes back, player shoots at the goal. Combines passing and shooting from the season. Lots of celebrations.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Pass first, then shoot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Take the shot when it comes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High-five after each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 yd to small goal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35–45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5586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5586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Everyone Scores Celebration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Last small-sided game of the season. Every kid scores at least twice. Coach celebrates each goal like the World Cup final.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Have fun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every goal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End the season smiling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527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527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527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91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91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671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91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44460" y="3615537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4460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7695590" y="455462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5590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0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9919411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9411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9568281" y="455462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8281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9217152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Oval 4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54" name="Oval 53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6" name="Oval 55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8" name="Oval 57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0" name="Oval 59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6–11 · 60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World Cup Knockout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Pairs play 1v1. Winner stays, loser is out. Tournament-style bracket. Players' favorite competitive game.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on every play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moves from the season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Win the duel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47106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1495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Oval 29"/>
          <p:cNvSpPr/>
          <p:nvPr/>
        </p:nvSpPr>
        <p:spPr>
          <a:xfrm>
            <a:off x="7028992" y="35853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1741" y="362811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8547" y="444627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8547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7848295" y="456057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1044" y="460331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8" name="Oval 37"/>
          <p:cNvSpPr/>
          <p:nvPr/>
        </p:nvSpPr>
        <p:spPr>
          <a:xfrm>
            <a:off x="9194292" y="3729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7041" y="377258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2" name="Oval 41"/>
          <p:cNvSpPr/>
          <p:nvPr/>
        </p:nvSpPr>
        <p:spPr>
          <a:xfrm>
            <a:off x="10189159" y="47411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31908" y="478391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Oval 45"/>
          <p:cNvSpPr/>
          <p:nvPr/>
        </p:nvSpPr>
        <p:spPr>
          <a:xfrm>
            <a:off x="10949940" y="40187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92689" y="406153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0" name="Oval 49"/>
          <p:cNvSpPr/>
          <p:nvPr/>
        </p:nvSpPr>
        <p:spPr>
          <a:xfrm>
            <a:off x="7614208" y="539130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56957" y="543405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42147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46536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Oval 53"/>
          <p:cNvSpPr/>
          <p:nvPr/>
        </p:nvSpPr>
        <p:spPr>
          <a:xfrm>
            <a:off x="9486900" y="553577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29649" y="557852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1040" y="417515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22452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8622792.0" y="4202582.4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784080" y="478917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83854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0085832.0" y="4816602.0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4019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4019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Two halves of the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Free Play with a Theme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Coach picks a theme from the season — passing, driving, finishing, 1v1, combinations — and players run through it one last time at full speed. Mastery rep.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Apply the season's skills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Game speed, game pressure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Coach-coach the rep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7C5DF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GK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36270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4065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9" name="Oval 48"/>
          <p:cNvSpPr/>
          <p:nvPr/>
        </p:nvSpPr>
        <p:spPr>
          <a:xfrm>
            <a:off x="7578547" y="516864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8547" y="521253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1" name="Oval 50"/>
          <p:cNvSpPr/>
          <p:nvPr/>
        </p:nvSpPr>
        <p:spPr>
          <a:xfrm>
            <a:off x="8280806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806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3" name="Oval 52"/>
          <p:cNvSpPr/>
          <p:nvPr/>
        </p:nvSpPr>
        <p:spPr>
          <a:xfrm>
            <a:off x="8280806" y="4807458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0806" y="485135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5" name="Oval 54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57" name="Oval 56"/>
          <p:cNvSpPr/>
          <p:nvPr/>
        </p:nvSpPr>
        <p:spPr>
          <a:xfrm>
            <a:off x="834938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9213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Two halves of the field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2" name="Oval 61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4" name="Oval 63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6" name="Oval 65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8" name="Oval 67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30–45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4803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Half-field tactical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Position-Based 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Quick chalk talk on positions — striker, midfielder, defender, goalie. Walk through where each goes. Players try a new position they haven't played.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Where do I go without the ball?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Stay in your position's zone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Learn a new role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7C5DF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GK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36270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4065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9" name="Oval 48"/>
          <p:cNvSpPr/>
          <p:nvPr/>
        </p:nvSpPr>
        <p:spPr>
          <a:xfrm>
            <a:off x="7578547" y="516864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8547" y="521253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1" name="Oval 50"/>
          <p:cNvSpPr/>
          <p:nvPr/>
        </p:nvSpPr>
        <p:spPr>
          <a:xfrm>
            <a:off x="8280806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806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3" name="Oval 52"/>
          <p:cNvSpPr/>
          <p:nvPr/>
        </p:nvSpPr>
        <p:spPr>
          <a:xfrm>
            <a:off x="8280806" y="4807458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0806" y="485135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5" name="Oval 54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57" name="Oval 56"/>
          <p:cNvSpPr/>
          <p:nvPr/>
        </p:nvSpPr>
        <p:spPr>
          <a:xfrm>
            <a:off x="834938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9213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Half-field tactical zone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2" name="Oval 61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4" name="Oval 63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6" name="Oval 65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8" name="Oval 67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45–60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34201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34201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Full available field, two real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Season Finale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Final scrimmage. Real positions, real goals. Coach celebrates great moments throughout — passes, runs, defending, finishes. End-of-season vibes.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Apply everything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Play with joy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Celebrate teammates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Full available field, two real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