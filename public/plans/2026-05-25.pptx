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May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5 — 1v1 Attacking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 · 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Red Light, Green Light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Returning favorite. Players dribble on green, freeze on red. This week we add "yellow light" — slow dribbling — for a third challenge.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Three speeds of control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listening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 on a foot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Oval 29"/>
          <p:cNvSpPr/>
          <p:nvPr/>
        </p:nvSpPr>
        <p:spPr>
          <a:xfrm>
            <a:off x="7010704" y="361188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53453" y="365462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95590" y="444627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95590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7947050" y="451485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89799" y="455759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Oval 37"/>
          <p:cNvSpPr/>
          <p:nvPr/>
        </p:nvSpPr>
        <p:spPr>
          <a:xfrm>
            <a:off x="9176004" y="37924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18753" y="38352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10170871" y="469544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13620" y="473819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Oval 45"/>
          <p:cNvSpPr/>
          <p:nvPr/>
        </p:nvSpPr>
        <p:spPr>
          <a:xfrm>
            <a:off x="10931652" y="397306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74401" y="401581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7595920" y="534558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8669" y="538833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34924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39313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4" name="Oval 53"/>
          <p:cNvSpPr/>
          <p:nvPr/>
        </p:nvSpPr>
        <p:spPr>
          <a:xfrm>
            <a:off x="9468612" y="541782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11361" y="546056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39328" y="325434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8" y="329824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8" name="Oval 57"/>
          <p:cNvSpPr/>
          <p:nvPr/>
        </p:nvSpPr>
        <p:spPr>
          <a:xfrm>
            <a:off x="8590788" y="332292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33537" y="336567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15405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15405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5x5 yd boxes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Go Around the Coach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Coach stands still as a friendly "defender". Players take turns dribbling around the coach to the other side. Build the idea of taking someone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Don't kick it past — keep it close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either side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Go fast after you pass the coach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7226503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9252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276795.2" y="3617366.4000000004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76795.2" y="4457700.0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5x5 yd boxes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39" name="Oval 3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1" name="Oval 4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3" name="Oval 4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5" name="Oval 4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1670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1670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Cone slalom, 4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Beat the Cone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Players dribble through a short cone slalom, pretending each cone is a defender. Coach cheers cuts and turns.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Touch on both sides of the cone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Change direction sharply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Stay low and balanced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22008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6922008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55536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24267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7624267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7795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6526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8326526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0054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8785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028785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62313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31044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9731044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4572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33304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10433304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66832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8" name="Oval 47"/>
          <p:cNvSpPr/>
          <p:nvPr/>
        </p:nvSpPr>
        <p:spPr>
          <a:xfrm>
            <a:off x="652424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699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620256.0" y="4368546.0"/>
            <a:ext cx="475488.0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.0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98003.2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0262.4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02521.6" y="4368546.0"/>
            <a:ext cx="702259.2000000011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4780.8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607040.0" y="4411980.0"/>
            <a:ext cx="629107.1999999993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Cone slalom, 4 cones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60" name="Oval 5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2" name="Oval 6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4" name="Oval 6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6" name="Oval 6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Small-sided. Coach gently rewards players who try to dribble past someone — even if it doesn't work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Try to take someone on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Don't give up if you lose it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 · 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971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971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10x10 yd boxes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1v1 King of the Hill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Quick 1v1s in small boxes. Winner stays, loser rotates out. Fast, competitive, high-rep. Sets the tone for the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Win the first touch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Attack the defender's hips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on every rep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10x10 yd boxes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1670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1670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8 yd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Two Moves to Beat a Defender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Teach the scissor and the inside-outside cut. Slow walk-through, then full speed. Players use the moves against a passive then active defender.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Sell the fake — body weight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Explosive touch on the second move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Accelerate out of the move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7226503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9252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276795.2" y="3617366.4000000004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76795.2" y="4457700.0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8 yd channels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39" name="Oval 3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1" name="Oval 4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3" name="Oval 4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5" name="Oval 4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20x12 yd channel, 1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1v1 to Goal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One attacker, one defender, attacking the goal. Real 1v1 with finishing. Both players compete hard. Switch roles each rep.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Beat the defender, then finish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the moves from Lesson 1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Quality finish — composed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7226503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9252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276795.2" y="3617366.4000000004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76795.2" y="4457700.0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20x12 yd channel, 1 goal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39" name="Oval 3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1" name="Oval 4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3" name="Oval 4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5" name="Oval 4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5v5. Coach rule: bonus point for any goal scored after beating a defender 1v1. Encourages bravery on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players on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Don't be afraid to lose it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every 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