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May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5 — 1v1 Attacking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Sanborn Elementary School Lower Field,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5:50–6:50 PM (Mon &amp; Fri)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Pre-K &amp; Kindergarten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3–5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KINDERGARTEN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15x15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Red Light, Green Light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Returning favorite. Players dribble on green, freeze on red. This week we add "yellow light" — slow dribbling — for a third challenge.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Three speeds of control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Quick listening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Stop on a foot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Oval 29"/>
          <p:cNvSpPr/>
          <p:nvPr/>
        </p:nvSpPr>
        <p:spPr>
          <a:xfrm>
            <a:off x="7010704" y="361188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53453" y="365462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95590" y="444627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5590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7947050" y="451485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89799" y="455759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Oval 37"/>
          <p:cNvSpPr/>
          <p:nvPr/>
        </p:nvSpPr>
        <p:spPr>
          <a:xfrm>
            <a:off x="9176004" y="37924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18753" y="38352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Oval 41"/>
          <p:cNvSpPr/>
          <p:nvPr/>
        </p:nvSpPr>
        <p:spPr>
          <a:xfrm>
            <a:off x="10170871" y="469544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3620" y="473819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Oval 45"/>
          <p:cNvSpPr/>
          <p:nvPr/>
        </p:nvSpPr>
        <p:spPr>
          <a:xfrm>
            <a:off x="10931652" y="39730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4401" y="401581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7595920" y="534558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38669" y="538833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34924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39313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Oval 53"/>
          <p:cNvSpPr/>
          <p:nvPr/>
        </p:nvSpPr>
        <p:spPr>
          <a:xfrm>
            <a:off x="9468612" y="541782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11361" y="546056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39328" y="3254349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8" y="329824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8" name="Oval 57"/>
          <p:cNvSpPr/>
          <p:nvPr/>
        </p:nvSpPr>
        <p:spPr>
          <a:xfrm>
            <a:off x="8590788" y="332292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633537" y="3365678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577072" y="4210812"/>
            <a:ext cx="402336" cy="402336"/>
          </a:xfrm>
          <a:prstGeom prst="ellipse">
            <a:avLst/>
          </a:prstGeom>
          <a:solidFill>
            <a:srgbClr val="22A24D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7072" y="4271163"/>
            <a:ext cx="402336" cy="281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15x15 yd grid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Kindergarten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KINDERGARTEN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15405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15405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5x5 yd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Go Around the Coach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Coach stands still as a friendly "defender". Players take turns dribbling around the coach to the other side. Build the idea of taking someone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Don't kick it past — keep it close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either side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Go fast after you pass the coach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7226503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69252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276795.2" y="3617366.4000000004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76795.2" y="4457700.0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5x5 yd boxes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39" name="Oval 38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1" name="Oval 40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3" name="Oval 42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5" name="Oval 44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Kindergarten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KINDERGARTEN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25–35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1670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1670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Cone slalom, 4 cones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Beat the Cone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Players dribble through a short cone slalom, pretending each cone is a defender. Coach cheers cuts and turns.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Touch on both sides of the cone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Change direction sharply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Stay low and balanced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2008" y="4313865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6922008" y="4130802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55536" y="4206240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24267" y="4675053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624267" y="4491990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57795" y="4567428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6526" y="4313865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8326526" y="4130802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0054" y="4206240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28785" y="4675053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028785" y="4491990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62313" y="4567428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31044" y="4313865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9731044" y="4130802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64572" y="4206240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33304" y="4675053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10433304" y="4491990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66832" y="4567428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91072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8" name="Oval 47"/>
          <p:cNvSpPr/>
          <p:nvPr/>
        </p:nvSpPr>
        <p:spPr>
          <a:xfrm>
            <a:off x="6524244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66993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6620256.0" y="4368546.0"/>
            <a:ext cx="475488.0" cy="43434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095744.0" y="4368546.0"/>
            <a:ext cx="702259.2000000002" cy="86868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798003.2" y="4368546.0"/>
            <a:ext cx="702259.2000000002" cy="86868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500262.4" y="4368546.0"/>
            <a:ext cx="702259.1999999993" cy="86868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202521.6" y="4368546.0"/>
            <a:ext cx="702259.2000000011" cy="86868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904780.8" y="4368546.0"/>
            <a:ext cx="702259.1999999993" cy="86868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607040.0" y="4411980.0"/>
            <a:ext cx="629107.1999999993" cy="43434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Cone slalom, 4 cones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0" name="Oval 59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2" name="Oval 61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4" name="Oval 63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6" name="Oval 65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Kindergarten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KINDERGARTEN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35–45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5586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5586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Everyone Scores Mini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Small-sided. Coach gently rewards players who try to dribble past someone — even if it doesn't work 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Try to take someone on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Don't give up if you lose it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for teammates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527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527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527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91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91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671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91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44460" y="3615537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4460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7695590" y="455462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5590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1" name="Oval 40"/>
          <p:cNvSpPr/>
          <p:nvPr/>
        </p:nvSpPr>
        <p:spPr>
          <a:xfrm>
            <a:off x="8046720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9919411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19411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9568281" y="455462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8281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7" name="Oval 46"/>
          <p:cNvSpPr/>
          <p:nvPr/>
        </p:nvSpPr>
        <p:spPr>
          <a:xfrm>
            <a:off x="9217152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Oval 4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54" name="Oval 53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6" name="Oval 55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8" name="Oval 57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0" name="Oval 59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Kindergarten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6–11 · 60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971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971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10x10 yd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1v1 King of the Hill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Quick 1v1s in small boxes. Winner stays, loser rotates out. Fast, competitive, high-rep. Sets the tone for the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Win the first touch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Attack the defender's hips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on every rep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47106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1495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Oval 29"/>
          <p:cNvSpPr/>
          <p:nvPr/>
        </p:nvSpPr>
        <p:spPr>
          <a:xfrm>
            <a:off x="7028992" y="35853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1741" y="362811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8547" y="444627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8547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7848295" y="456057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1044" y="460331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8" name="Oval 37"/>
          <p:cNvSpPr/>
          <p:nvPr/>
        </p:nvSpPr>
        <p:spPr>
          <a:xfrm>
            <a:off x="9194292" y="3729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7041" y="377258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2" name="Oval 41"/>
          <p:cNvSpPr/>
          <p:nvPr/>
        </p:nvSpPr>
        <p:spPr>
          <a:xfrm>
            <a:off x="10189159" y="474116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31908" y="478391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Oval 45"/>
          <p:cNvSpPr/>
          <p:nvPr/>
        </p:nvSpPr>
        <p:spPr>
          <a:xfrm>
            <a:off x="10949940" y="40187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92689" y="406153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0" name="Oval 49"/>
          <p:cNvSpPr/>
          <p:nvPr/>
        </p:nvSpPr>
        <p:spPr>
          <a:xfrm>
            <a:off x="7614208" y="539130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56957" y="543405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42147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46536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4" name="Oval 53"/>
          <p:cNvSpPr/>
          <p:nvPr/>
        </p:nvSpPr>
        <p:spPr>
          <a:xfrm>
            <a:off x="9486900" y="553577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29649" y="557852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21040" y="417515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22452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8622792.0" y="4202582.4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784080" y="478917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83854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0085832.0" y="4816602.0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10x10 yd boxes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10–30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1670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1670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Pairs, 8 yd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Two Moves to Beat a Defender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Teach the scissor and the inside-outside cut. Slow walk-through, then full speed. Players use the moves against a passive then active defender.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Sell the fake — body weight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Explosive touch on the second move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Accelerate out of the move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7226503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69252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276795.2" y="3617366.4000000004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76795.2" y="4457700.0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Pairs, 8 yd channels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39" name="Oval 38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1" name="Oval 40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3" name="Oval 42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5" name="Oval 44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30–45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4803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20x12 yd channel, 1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1v1 to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One attacker, one defender, attacking the goal. Real 1v1 with finishing. Both players compete hard. Switch roles each rep.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Beat the defender, then finish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the moves from Lesson 1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Quality finish — composed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7226503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69252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276795.2" y="3617366.4000000004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76795.2" y="4457700.0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20x12 yd channel, 1 goal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39" name="Oval 38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1" name="Oval 40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3" name="Oval 42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5" name="Oval 44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45–60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4803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30x20 yd, two real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Small-Sided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4v4 or 5v5. Coach rule: bonus point for any goal scored after beating a defender 1v1. Encourages bravery on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Take players on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Don't be afraid to lose it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every 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30x20 yd, two real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