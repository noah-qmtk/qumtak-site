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07140E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480000">
            <a:off x="7924648" y="-914400"/>
            <a:ext cx="6553047" cy="86868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657600"/>
            <a:ext cx="3200400" cy="3200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12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4C3B8"/>
                </a:solidFill>
                <a:latin typeface="Calibri"/>
              </a:rPr>
              <a:t>COACH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4ADE80"/>
                </a:solidFill>
                <a:latin typeface="Calibri"/>
              </a:rPr>
              <a:t>TRAINING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Week of July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DE80"/>
                </a:solidFill>
                <a:latin typeface="Calibri"/>
              </a:rPr>
              <a:t>Week 3 — Dribbling &amp; 1v1 Moves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91440" cy="1005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B8A7F"/>
                </a:solidFill>
                <a:latin typeface="Calibri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West Elementary School, Andover,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4C3B8"/>
                </a:solidFill>
                <a:latin typeface="Calibri"/>
              </a:rPr>
              <a:t>Thursdays · K–5 6:00–6:45 PM · Gr. 6–8 6:45–7:30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7B8A7F"/>
                </a:solidFill>
                <a:latin typeface="Calibri"/>
              </a:rPr>
              <a:t>qmtk.org  ·  Train Smart. Play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K–5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6:00–6:45 PM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16188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16188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Sharks &amp; Minnows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Everyone gets a ball except 1–2 sharks. Sharks try to kick the minnows' balls out of the grid. Last minnow standing wins and becomes a shark. Dribbling under (friendly) pressure from the first whistle.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Keep the ball close when a shark is near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Change direction to escape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Head up — see the sharks coming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47106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51495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0" name="Oval 29"/>
          <p:cNvSpPr/>
          <p:nvPr/>
        </p:nvSpPr>
        <p:spPr>
          <a:xfrm>
            <a:off x="7028992" y="358536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1741" y="362811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78547" y="444627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8547" y="449016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4" name="Oval 33"/>
          <p:cNvSpPr/>
          <p:nvPr/>
        </p:nvSpPr>
        <p:spPr>
          <a:xfrm>
            <a:off x="7848295" y="456057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91044" y="460331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24544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24544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8" name="Oval 37"/>
          <p:cNvSpPr/>
          <p:nvPr/>
        </p:nvSpPr>
        <p:spPr>
          <a:xfrm>
            <a:off x="9194292" y="372983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37041" y="377258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19411" y="4626864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9411" y="467075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2" name="Oval 41"/>
          <p:cNvSpPr/>
          <p:nvPr/>
        </p:nvSpPr>
        <p:spPr>
          <a:xfrm>
            <a:off x="10189159" y="474116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31908" y="478391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80192" y="3904488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80192" y="3948380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6" name="Oval 45"/>
          <p:cNvSpPr/>
          <p:nvPr/>
        </p:nvSpPr>
        <p:spPr>
          <a:xfrm>
            <a:off x="10949940" y="40187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92689" y="4061537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44460" y="527700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4446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0" name="Oval 49"/>
          <p:cNvSpPr/>
          <p:nvPr/>
        </p:nvSpPr>
        <p:spPr>
          <a:xfrm>
            <a:off x="7614208" y="539130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56957" y="543405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17152" y="542147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7152" y="546536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4" name="Oval 53"/>
          <p:cNvSpPr/>
          <p:nvPr/>
        </p:nvSpPr>
        <p:spPr>
          <a:xfrm>
            <a:off x="9486900" y="553577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29649" y="557852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21040" y="417515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422452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8622792.0" y="4202582.4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9784080" y="478917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483854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10085832.0" y="4816602.0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4803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4803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10 yd lanes, 1 ball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Superhero Moves — The Pull-Back &amp; The Cut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Two "superhero moves": the pull-back (sole drags the ball back, spin away) and the inside cut (chop the ball across your body). Walk-through, then slow-motion, then fast. Coach gives each move a superhero name the kids pick.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Sole on top for the pull-back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Big chop across the body for the cut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Go fast AFTER the move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10 yd lanes, 1 ball each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22–33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15405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15405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8x8 yd boxes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Beat the Coach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Coach (or a helper) is a friendly, slow-motion defender. Players take turns using a superhero move to get past and dribble to the far line. Every successful move gets a celebration. Builds the courage to take someone 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Try your move — don't just kick and run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Keep the ball close through the move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Accelerate past the defender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8x8 yd boxes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33–45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35x25 yd, two proper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5v5 on Proper Goals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5v5 big-field game. Coach cheers loudest for anyone brave enough to try a superhero move — even when it doesn't work. Bravery on the ball is the win this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Try to dribble past someone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Don't give up if you lose it — chase back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Cheer for brave moves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35x25 yd, two proper goals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6–8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6:45–7:30 PM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16971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16971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10x10 yd boxes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1v1 King of the Hill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Rapid-fire 1v1s — dribble across your opponent's line to win. Winner stays on, loser rotates. 30-second rounds, no breaks. High-rep dueling to set the tone.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Win your first touch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Attack the defender's front foot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Compete on every single rep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47106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51495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0" name="Oval 29"/>
          <p:cNvSpPr/>
          <p:nvPr/>
        </p:nvSpPr>
        <p:spPr>
          <a:xfrm>
            <a:off x="7028992" y="358536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1741" y="362811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78547" y="444627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8547" y="449016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4" name="Oval 33"/>
          <p:cNvSpPr/>
          <p:nvPr/>
        </p:nvSpPr>
        <p:spPr>
          <a:xfrm>
            <a:off x="7848295" y="456057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91044" y="460331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24544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24544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8" name="Oval 37"/>
          <p:cNvSpPr/>
          <p:nvPr/>
        </p:nvSpPr>
        <p:spPr>
          <a:xfrm>
            <a:off x="9194292" y="372983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37041" y="377258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19411" y="4626864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9411" y="467075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2" name="Oval 41"/>
          <p:cNvSpPr/>
          <p:nvPr/>
        </p:nvSpPr>
        <p:spPr>
          <a:xfrm>
            <a:off x="10189159" y="474116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31908" y="478391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80192" y="3904488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80192" y="3948380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6" name="Oval 45"/>
          <p:cNvSpPr/>
          <p:nvPr/>
        </p:nvSpPr>
        <p:spPr>
          <a:xfrm>
            <a:off x="10949940" y="40187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92689" y="4061537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44460" y="527700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4446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0" name="Oval 49"/>
          <p:cNvSpPr/>
          <p:nvPr/>
        </p:nvSpPr>
        <p:spPr>
          <a:xfrm>
            <a:off x="7614208" y="539130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56957" y="543405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17152" y="542147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7152" y="546536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4" name="Oval 53"/>
          <p:cNvSpPr/>
          <p:nvPr/>
        </p:nvSpPr>
        <p:spPr>
          <a:xfrm>
            <a:off x="9486900" y="553577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29649" y="557852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21040" y="417515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422452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8622792.0" y="4202582.4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9784080" y="478917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483854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10085832.0" y="4816602.0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10x10 yd boxes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318516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3185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12 yd lanes with a mannequin cone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Three Moves to Beat a Defender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Scissor, stepover, and the inside-outside cut. Slow walk-through for mechanics, then full speed at a cone "defender", then against a passive partner. Each player picks a go-to move by the 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Sell the fake with your whole body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Big explosive touch out of the move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Change of pace is the real move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12 yd lanes with a mannequin cone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22–33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34201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34201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15x12 yd boxes, 2 gate goals per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1v1 to Twin Gates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Attacker faces a live defender and can score through EITHER of two cone gates on the endline. Forces a real decision: beat the defender to the left gate or the right? Rotate roles every rep, count wins.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Read the defender's hips, attack the open side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Use your go-to move at speed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Shield and re-attack if the first move fails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7226503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69252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FF6B6B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276795.2" y="3617366.4000000004"/>
            <a:ext cx="3725265.6000000006" cy="748893.5999999996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76795.2" y="4457700.0"/>
            <a:ext cx="3725265.6000000006" cy="748893.5999999996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15x12 yd boxes, 2 gate goals per 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39" name="Oval 38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41" name="Oval 40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43" name="Oval 42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45" name="Oval 44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33–45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50x35 yd, two proper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7v7 Big-Field Scrimmage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7v7 with proper goals. Bonus point for any goal that comes after a successful 1v1 take-on. The full field gives real space to run at defenders — coach demands bravery in the attacking half.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Take defenders on in the attacking third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Dribble into space, pass under pressure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Recover hard when you lose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98805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8163763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3763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10270540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70540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9685324" y="354330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532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685324" y="498805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5324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Oval 56"/>
          <p:cNvSpPr/>
          <p:nvPr/>
        </p:nvSpPr>
        <p:spPr>
          <a:xfrm>
            <a:off x="9100108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010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447227.2" y="4411980.0"/>
            <a:ext cx="623620.8000000007" cy="36118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50x35 yd, two proper goals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