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May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4 — Shooting &amp; Finishing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·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24019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24019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15x10 yd, line of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Knock Down the Cones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Coach sets up a line of stand-up cones. Players take turns kicking their ball to knock them over. Fun, competitive, lots of swings at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Big kick — laces, not toe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Look at the target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every cone knocked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2798064"/>
            <a:ext cx="1280160" cy="164592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81744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798064"/>
            <a:ext cx="1280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6288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76288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944868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7617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78547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8547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7647127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9876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80806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80806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349386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92135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83065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83065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051645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94394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13028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7303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8778240.0" y="2971800"/>
            <a:ext cx="457200.0" cy="144018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15x10 yd, line of cones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0887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0887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 yd to small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Shoot the Ball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Lined up 10 yards from a small goal. One at a time, players take a shot. Coach corrects technique gently — plant foot beside the ball, swing through.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Plant foot beside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Swing the laces through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Watch the ball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2798064"/>
            <a:ext cx="1280160" cy="164592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81744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798064"/>
            <a:ext cx="1280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6288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76288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944868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7617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78547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8547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7647127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9876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80806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80806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349386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92135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83065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83065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051645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94394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13028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7303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8778240.0" y="2971800"/>
            <a:ext cx="457200.0" cy="144018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 yd to small goal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19320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19320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Pairs, small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Score 5 Goals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In pairs, players race to score 5 goals each. Lots of reps in a short time. The goal is to make shooting feel normal and fun.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Repetition — many shots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Keep trying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Pick a corner sometimes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2798064"/>
            <a:ext cx="1280160" cy="164592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81744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798064"/>
            <a:ext cx="1280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6288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76288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944868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7617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78547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8547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7647127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9876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80806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80806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349386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92135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83065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83065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051645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94394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13028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7303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8778240.0" y="2971800"/>
            <a:ext cx="457200.0" cy="144018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Pairs, small goal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KINDERGARTEN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Small-sided game. Coach makes sure every kid gets at least two shots. Goals celebrated with all the high-fives.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Shoot when you see the goal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after a missed shot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Kindergarten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·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279357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2793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Circle, 15 yd radius, 1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Hot Potato Shooting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Players in a circle pass to each other. When the coach yells "shoot!" whoever has the ball drives in and finishes. Fast decisions under pressure.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Be ready to receive at any moment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First touch toward goal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shot — no hesitation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2798064"/>
            <a:ext cx="1280160" cy="164592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81744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798064"/>
            <a:ext cx="12801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6288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76288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944868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7617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78547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8547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7647127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689876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80806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80806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349386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392135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983065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83065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051645" y="55101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94394" y="55529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13028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7303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 flipV="1">
            <a:off x="8778240.0" y="2971800"/>
            <a:ext cx="457200.0" cy="144018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Circle, 15 yd radius, 1 goal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56" name="Oval 55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8" name="Oval 57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0" name="Oval 59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2" name="Oval 61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245359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24535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 yd channel to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Finishing from a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Coach plays a pass. Player runs onto it and finishes first-time or with one touch. Both feet. Far post, near post, low driven — call the shot.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onto the ball, don't wait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Plant foot, lock ankle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Pick a corner before you arrive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2798064"/>
            <a:ext cx="1463040" cy="164592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73184" y="2798064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798064"/>
            <a:ext cx="146304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59244" y="4446270"/>
            <a:ext cx="292608" cy="292608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59244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8" name="Oval 37"/>
          <p:cNvSpPr/>
          <p:nvPr/>
        </p:nvSpPr>
        <p:spPr>
          <a:xfrm>
            <a:off x="9802368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02368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042708.8" y="4231386.0"/>
            <a:ext cx="2028139.2000000002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8961120.0" y="3154680"/>
            <a:ext cx="896112.0" cy="2222906.4000000004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7010704" y="451485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053453" y="455759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 yd channel to goal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47" name="Oval 46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9" name="Oval 48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1" name="Oval 50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53" name="Oval 52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4019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4019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 attacking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2v1 to Goal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Two attackers vs one defender, attacking a real goal. Combine to create a clean shot. Real decision-making: pass for the finish, or drive yourself?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your partner — combine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Defender's position decides the choice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Quality finish at the 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6288" y="453999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458388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A1</a:t>
            </a:r>
          </a:p>
        </p:txBody>
      </p:sp>
      <p:sp>
        <p:nvSpPr>
          <p:cNvPr id="38" name="Oval 37"/>
          <p:cNvSpPr/>
          <p:nvPr/>
        </p:nvSpPr>
        <p:spPr>
          <a:xfrm>
            <a:off x="7461504" y="389991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61504" y="394380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A2</a:t>
            </a:r>
          </a:p>
        </p:txBody>
      </p:sp>
      <p:sp>
        <p:nvSpPr>
          <p:cNvPr id="40" name="Oval 39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2" name="Oval 41"/>
          <p:cNvSpPr/>
          <p:nvPr/>
        </p:nvSpPr>
        <p:spPr>
          <a:xfrm>
            <a:off x="7109460" y="460857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52209" y="465132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7159752.0" y="4137660.0"/>
            <a:ext cx="402336.0" cy="502920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068312.0" y="4594860.0"/>
            <a:ext cx="2587752.0" cy="0.0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99248.0" y="4091940.0"/>
            <a:ext cx="3730752.0" cy="182880.0"/>
          </a:xfrm>
          <a:prstGeom prst="line">
            <a:avLst/>
          </a:prstGeom>
          <a:ln w="31750">
            <a:solidFill>
              <a:srgbClr val="E24A4A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 attacking zone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50" name="Oval 4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2" name="Oval 5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4" name="Oval 5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56" name="Oval 5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5v5. Coach calls out great finishes and brave shots. Encourage players to shoot whenever they see a chance.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Shoot when you see goal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Quality over power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and have fun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