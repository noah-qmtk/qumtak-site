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A24D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Coach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of May 18,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2A24D"/>
                </a:solidFill>
                <a:latin typeface="Calibri"/>
              </a:rPr>
              <a:t>Week 4 — Shooting &amp; Finishing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35040"/>
            <a:ext cx="11094415" cy="1828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C80"/>
                </a:solidFill>
                <a:latin typeface="Calibri"/>
              </a:rPr>
              <a:t>qmtk.org ·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3–5  ·  45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Knock Down the Cones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0–10 MIN  ·  📏 15x10 yd, line of cones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Coach sets up a line of stand-up cones. Players take turns kicking their ball to knock them over. Fun, competitive, lots of swings at the ball.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Big kick — laces, not toe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Look at the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Cheer for every cone knocked 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83080"/>
            <a:ext cx="731520" cy="73152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47183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7068312" y="4919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132320.0" y="1965960"/>
            <a:ext cx="0.0" cy="301752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15x10 yd, line of cones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Shoot the Ball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10–25 MIN  ·  📏 10 yd to small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Lined up 10 yards from a small goal. One at a time, players take a shot. Coach corrects technique gently — plant foot beside the ball, swing through.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Plant foot beside the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Swing the laces 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Watch the ball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83080"/>
            <a:ext cx="731520" cy="73152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47183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7068312" y="4919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132320.0" y="1965960"/>
            <a:ext cx="0.0" cy="301752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10 yd to small goal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Score 5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25–35 MIN  ·  📏 Pairs, small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In pairs, players race to score 5 goals each. Lots of reps in a short time. The goal is to make shooting feel normal and fun.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Repetition — many shots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Keep trying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Pick a corner sometimes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83080"/>
            <a:ext cx="731520" cy="73152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47183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7068312" y="4919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132320.0" y="1965960"/>
            <a:ext cx="0.0" cy="301752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Pairs, small goal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35–45 MIN  ·  📏 20x15 yd, two small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Small-sided game. Coach makes sure every kid gets at least two shots. Goals celebrated with all the high-fives.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Shoot when you see the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Run after a missed 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Cheer for teammates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35624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4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1" name="Oval 20"/>
          <p:cNvSpPr/>
          <p:nvPr/>
        </p:nvSpPr>
        <p:spPr>
          <a:xfrm>
            <a:off x="6378854" y="392277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8854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Oval 22"/>
          <p:cNvSpPr/>
          <p:nvPr/>
        </p:nvSpPr>
        <p:spPr>
          <a:xfrm>
            <a:off x="7699248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9248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5" name="Oval 24"/>
          <p:cNvSpPr/>
          <p:nvPr/>
        </p:nvSpPr>
        <p:spPr>
          <a:xfrm>
            <a:off x="7942478" y="3922776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2478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7" name="Oval 26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20x15 yd, two small goals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6–11  ·  60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Hot Potato 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0–10 MIN  ·  📏 Circle, 15 yd radius, 1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Players in a circle pass to each other. When the coach yells "shoot!" whoever has the ball drives in and finishes. Fast decisions under pressure.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Be ready to receive at any moment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First touch toward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Quick shot — no hesitation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83080"/>
            <a:ext cx="731520" cy="73152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47183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7068312" y="4919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132320.0" y="1965960"/>
            <a:ext cx="0.0" cy="301752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Circle, 15 yd radius, 1 goal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Finishing from a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10–30 MIN  ·  📏 20 yd channel to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Coach plays a pass. Player runs onto it and finishes first-time or with one touch. Both feet. Far post, near post, low driven — call the shot.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Run onto the ball, don't wait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Plant foot, lock ankle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Pick a corner before you arrive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83080"/>
            <a:ext cx="731520" cy="73152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47183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7068312" y="4919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132320.0" y="1965960"/>
            <a:ext cx="0.0" cy="301752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 yd channel to goal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2v1 to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30–45 MIN  ·  📏 20x15 yd attacking zone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Two attackers vs one defender, attacking a real goal. Combine to create a clean shot. Real decision-making: pass for the finish, or drive yourself?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Use your partner — combine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Defender's position decides the choice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Quality finish at the 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83080"/>
            <a:ext cx="731520" cy="73152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47183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7068312" y="4919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132320.0" y="1965960"/>
            <a:ext cx="0.0" cy="301752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552944" y="3538728"/>
            <a:ext cx="256032" cy="256032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944" y="357530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Oval 23"/>
          <p:cNvSpPr/>
          <p:nvPr/>
        </p:nvSpPr>
        <p:spPr>
          <a:xfrm>
            <a:off x="6364224" y="471830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20x15 yd attacking zone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45–60 MIN  ·  📏 30x20 yd, two real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4v4 or 5v5. Coach calls out great finishes and brave shots. Encourage players to shoot whenever they see a chance.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Shoot when you see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Quality over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Compete and have fun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132320.0" y="1737360"/>
            <a:ext cx="0.0" cy="3474720"/>
          </a:xfrm>
          <a:prstGeom prst="line">
            <a:avLst/>
          </a:prstGeom>
          <a:ln w="1270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031382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1382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73075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15468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6" name="Oval 25"/>
          <p:cNvSpPr/>
          <p:nvPr/>
        </p:nvSpPr>
        <p:spPr>
          <a:xfrm>
            <a:off x="6830568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7977225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7225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373075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9248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7351776" y="3154680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1776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7178040" y="238658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6" name="Oval 35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30x20 yd, two real goals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