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May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4 — Shooting &amp; Finishing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Sanborn Elementary School Lower Field,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5:50–6:50 PM (Mon &amp; Fri)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Pre-K &amp; Kindergarten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3–5  · 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4019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4019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15x10 yd, line of cones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Knock Down the Cones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Coach sets up a line of stand-up cones. Players take turns kicking their ball to knock them over. Fun, competitive, lots of swings at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Big kick — laces, not toe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Look at the target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every cone knocked 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98064"/>
            <a:ext cx="1280160" cy="164592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98064"/>
            <a:ext cx="1280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6288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944868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7617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78547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8547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647127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9876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0806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806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349386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92135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83065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3065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051645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94394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130284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73033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778240.0" y="2971800"/>
            <a:ext cx="457200.0" cy="14401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15x10 yd, line of cones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0887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0887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 yd to small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Shoot the Ball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Lined up 10 yards from a small goal. One at a time, players take a shot. Coach corrects technique gently — plant foot beside the ball, swing through.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Plant foot beside the ball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Swing the laces through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Watch the ball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98064"/>
            <a:ext cx="1280160" cy="164592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98064"/>
            <a:ext cx="1280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6288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944868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7617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78547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8547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647127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9876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0806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806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349386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92135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83065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3065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051645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94394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130284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73033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778240.0" y="2971800"/>
            <a:ext cx="457200.0" cy="14401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 yd to small goal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25–35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19320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19320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Pairs, small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Score 5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In pairs, players race to score 5 goals each. Lots of reps in a short time. The goal is to make shooting feel normal and fun.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Repetition — many shots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Keep trying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Pick a corner sometimes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98064"/>
            <a:ext cx="1280160" cy="164592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98064"/>
            <a:ext cx="1280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6288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944868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7617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78547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8547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647127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9876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0806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806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349386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92135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83065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3065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051645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94394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130284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73033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778240.0" y="2971800"/>
            <a:ext cx="457200.0" cy="14401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Pairs, small goal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35–45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5586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5586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Everyone Scores Mini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Small-sided game. Coach makes sure every kid gets at least two shots. Goals celebrated with all the high-fives.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Shoot when you see the goal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Run after a missed shot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teammates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527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527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527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91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91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671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91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44460" y="3615537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4460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7695590" y="455462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5590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0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9919411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9411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9568281" y="455462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8281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9217152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Oval 4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54" name="Oval 53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6" name="Oval 55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8" name="Oval 57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0" name="Oval 59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6–11  ·  60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79357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7935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Circle, 15 yd radius, 1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Hot Potato Shooting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Players in a circle pass to each other. When the coach yells "shoot!" whoever has the ball drives in and finishes. Fast decisions under pressure.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Be ready to receive at any moment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First touch toward goal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Quick shot — no hesitation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98064"/>
            <a:ext cx="1280160" cy="164592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798064"/>
            <a:ext cx="12801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6288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944868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7617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78547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8547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647127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89876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80806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0806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349386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92135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83065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3065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051645" y="55101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94394" y="55529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130284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73033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778240.0" y="2971800"/>
            <a:ext cx="457200.0" cy="14401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Circle, 15 yd radius, 1 goal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56" name="Oval 55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8" name="Oval 57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0" name="Oval 59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2" name="Oval 61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245359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2453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 yd channel to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Finishing from a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Coach plays a pass. Player runs onto it and finishes first-time or with one touch. Both feet. Far post, near post, low driven — call the shot.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Run onto the ball, don't wait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Plant foot, lock ankle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Pick a corner before you arrive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798064"/>
            <a:ext cx="1463040" cy="164592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73184" y="2798064"/>
            <a:ext cx="36576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2798064"/>
            <a:ext cx="14630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59244" y="4446270"/>
            <a:ext cx="292608" cy="292608"/>
          </a:xfrm>
          <a:prstGeom prst="ellipse">
            <a:avLst/>
          </a:prstGeom>
          <a:solidFill>
            <a:srgbClr val="22A24D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59244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8" name="Oval 37"/>
          <p:cNvSpPr/>
          <p:nvPr/>
        </p:nvSpPr>
        <p:spPr>
          <a:xfrm>
            <a:off x="9802368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02368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042708.8" y="4231386.0"/>
            <a:ext cx="2028139.2000000002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8961120.0" y="3154680"/>
            <a:ext cx="896112.0" cy="2222906.4000000004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010704" y="451485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53453" y="455759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 yd channel to goal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47" name="Oval 46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9" name="Oval 48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1" name="Oval 50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53" name="Oval 52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30–45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4019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4019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20x15 yd attacking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2v1 to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Two attackers vs one defender, attacking a real goal. Combine to create a clean shot. Real decision-making: pass for the finish, or drive yourself?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your partner — combine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Defender's position decides the choice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Quality finish at the 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76288" y="453999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458388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38" name="Oval 37"/>
          <p:cNvSpPr/>
          <p:nvPr/>
        </p:nvSpPr>
        <p:spPr>
          <a:xfrm>
            <a:off x="7461504" y="389991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1504" y="394380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40" name="Oval 39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2" name="Oval 41"/>
          <p:cNvSpPr/>
          <p:nvPr/>
        </p:nvSpPr>
        <p:spPr>
          <a:xfrm>
            <a:off x="7109460" y="460857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52209" y="465132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7159752.0" y="4137660.0"/>
            <a:ext cx="402336.0" cy="50292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68312.0" y="4594860.0"/>
            <a:ext cx="2587752.0" cy="0.0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99248.0" y="4091940.0"/>
            <a:ext cx="3730752.0" cy="18288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20x15 yd attacking zone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0" name="Oval 49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2" name="Oval 51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4" name="Oval 53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56" name="Oval 55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45–60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4803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Small-Sided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4v4 or 5v5. Coach calls out great finishes and brave shots. Encourage players to shoot whenever they see a chance.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Shoot when you see goal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Quality over power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and have fun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